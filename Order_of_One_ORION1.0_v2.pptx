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[ FILL THIS IN ]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136" y="6255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6224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3936" y="66393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136" y="70299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6999223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74140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136" y="7804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73936" y="7773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73936" y="8188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136" y="85793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85486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73936" y="89634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pic>
        <p:nvPicPr>
          <p:cNvPr id="25" name="Picture 24" descr="slid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6" name="Picture 25" descr="proven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Four outputs from one request • Live system, first results on 6 sites • Live demo: [ PASTE YOUR URL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Picture 21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Picture 20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Picture 21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Picture 8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Picture 20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Picture 21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Picture 21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Sentinel-1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Sentinel-2 resolution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NASA GEDI L4A · footprints +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NEON 0.1 m RGB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NEON 1 m CHM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Cheng et al.,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Detectree2 · Ball et al., 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XGBoost · official quantile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Earth Engine CCDC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TiTiler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RESOLVE ecoregions · Dinerstein et al., 2017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IPCC 2006 · Forest Land · Table 4.3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